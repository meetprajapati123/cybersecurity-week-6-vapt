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73CFE0"/>
                </a:solidFill>
              </a:defRPr>
            </a:pPr>
            <a:r>
              <a:t>WEEK 6 TASK • DG INTERNS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332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400" b="1">
                <a:solidFill>
                  <a:srgbClr val="FFFFFF"/>
                </a:solidFill>
              </a:defRPr>
            </a:pPr>
            <a:r>
              <a:t>Web Security &amp; VAPT\nPractical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47472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0">
                <a:solidFill>
                  <a:srgbClr val="D2E4EE"/>
                </a:solidFill>
              </a:defRPr>
            </a:pPr>
            <a:r>
              <a:t>DVWA • SQL Injection • XSS • Burp Suite • OWASP ZAP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84632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FFFF"/>
                </a:solidFill>
              </a:defRPr>
            </a:pPr>
            <a:r>
              <a:t>Prajapati Meet Ghanshyam\n28 October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12304A"/>
                </a:solidFill>
              </a:defRPr>
            </a:pPr>
            <a:r>
              <a:t>1. Objectives &amp; Lab Scope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41248"/>
            <a:ext cx="11155680" cy="54864"/>
          </a:xfrm>
          <a:prstGeom prst="rect">
            <a:avLst/>
          </a:prstGeom>
          <a:solidFill>
            <a:srgbClr val="167D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950976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167D9A"/>
                </a:solidFill>
              </a:defRPr>
            </a:pPr>
            <a:r>
              <a:t>Local intentionally vulnerable DVWA environment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52120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D3741"/>
                </a:solidFill>
              </a:defRPr>
            </a:pPr>
            <a:r>
              <a:t>OBJECTIVES\n• Learn SQL Injection and XSS\n• Inspect HTTP traffic in Burp Suite\n• Run OWASP ZAP automated scan\n• Record evidence and mitigations\n\nSCOPE\n• http://localhost:4280\n• Kali Linux + Docker\n• Local lab only</a:t>
            </a:r>
          </a:p>
        </p:txBody>
      </p:sp>
      <p:pic>
        <p:nvPicPr>
          <p:cNvPr id="7" name="Picture 6" descr="Screenshot 2026-10-28 1705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2179320"/>
            <a:ext cx="5303520" cy="28651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6537960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46E78"/>
                </a:solidFill>
              </a:defRPr>
            </a:pPr>
            <a:r>
              <a:t>Prajapati Meet Ghanshyam | DG Interns Hub | Week 6 | 28 Oct 2026 •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12304A"/>
                </a:solidFill>
              </a:defRPr>
            </a:pPr>
            <a:r>
              <a:t>2. Lab Setup &amp; SQL Injection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41248"/>
            <a:ext cx="11155680" cy="54864"/>
          </a:xfrm>
          <a:prstGeom prst="rect">
            <a:avLst/>
          </a:prstGeom>
          <a:solidFill>
            <a:srgbClr val="167D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950976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167D9A"/>
                </a:solidFill>
              </a:defRPr>
            </a:pPr>
            <a:r>
              <a:t>Docker and DVWA evidence</a:t>
            </a:r>
          </a:p>
        </p:txBody>
      </p:sp>
      <p:pic>
        <p:nvPicPr>
          <p:cNvPr id="6" name="Picture 5" descr="Screenshot 2026-10-28 1702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4516" y="1280160"/>
            <a:ext cx="4026086" cy="2468880"/>
          </a:xfrm>
          <a:prstGeom prst="rect">
            <a:avLst/>
          </a:prstGeom>
        </p:spPr>
      </p:pic>
      <p:pic>
        <p:nvPicPr>
          <p:cNvPr id="7" name="Picture 6" descr="Screenshot 2026-10-28 17074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2990" y="1280160"/>
            <a:ext cx="4453378" cy="24688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22960" y="3931920"/>
            <a:ext cx="50292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D3741"/>
                </a:solidFill>
              </a:defRPr>
            </a:pPr>
            <a:r>
              <a:t>Docker Compose started the DVWA containers. Security level was set to Low for the training exercise.</a:t>
            </a:r>
          </a:p>
        </p:txBody>
      </p:sp>
      <p:pic>
        <p:nvPicPr>
          <p:cNvPr id="9" name="Picture 8" descr="Screenshot 2026-10-28 17113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81000" y="3886200"/>
            <a:ext cx="3177358" cy="21031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22960" y="5715000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67D9A"/>
                </a:solidFill>
              </a:defRPr>
            </a:pPr>
            <a:r>
              <a:t>Crafted input returned multiple records: SQLi behaviour observed.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537960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46E78"/>
                </a:solidFill>
              </a:defRPr>
            </a:pPr>
            <a:r>
              <a:t>Prajapati Meet Ghanshyam | DG Interns Hub | Week 6 | 28 Oct 2026 •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12304A"/>
                </a:solidFill>
              </a:defRPr>
            </a:pPr>
            <a:r>
              <a:t>3. XSS Demonstrations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41248"/>
            <a:ext cx="11155680" cy="54864"/>
          </a:xfrm>
          <a:prstGeom prst="rect">
            <a:avLst/>
          </a:prstGeom>
          <a:solidFill>
            <a:srgbClr val="167D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950976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167D9A"/>
                </a:solidFill>
              </a:defRPr>
            </a:pPr>
            <a:r>
              <a:t>Reflected and Stored XSS in the local lab</a:t>
            </a:r>
          </a:p>
        </p:txBody>
      </p:sp>
      <p:pic>
        <p:nvPicPr>
          <p:cNvPr id="6" name="Picture 5" descr="Screenshot 2026-10-28 1715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483313"/>
            <a:ext cx="5394960" cy="3251292"/>
          </a:xfrm>
          <a:prstGeom prst="rect">
            <a:avLst/>
          </a:prstGeom>
        </p:spPr>
      </p:pic>
      <p:pic>
        <p:nvPicPr>
          <p:cNvPr id="7" name="Picture 6" descr="Screenshot 2026-10-28 17194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525137"/>
            <a:ext cx="5303520" cy="316764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22960" y="5166360"/>
            <a:ext cx="4937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67D9A"/>
                </a:solidFill>
              </a:defRPr>
            </a:pPr>
            <a:r>
              <a:t>Reflected XSS: “XSS Test” alert appeared.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5166360"/>
            <a:ext cx="4846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67D9A"/>
                </a:solidFill>
              </a:defRPr>
            </a:pPr>
            <a:r>
              <a:t>Stored XSS: “stored XSS Test” alert appeared.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537960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46E78"/>
                </a:solidFill>
              </a:defRPr>
            </a:pPr>
            <a:r>
              <a:t>Prajapati Meet Ghanshyam | DG Interns Hub | Week 6 | 28 Oct 2026 •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12304A"/>
                </a:solidFill>
              </a:defRPr>
            </a:pPr>
            <a:r>
              <a:t>4. Burp Suite HTTP Inspection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41248"/>
            <a:ext cx="11155680" cy="54864"/>
          </a:xfrm>
          <a:prstGeom prst="rect">
            <a:avLst/>
          </a:prstGeom>
          <a:solidFill>
            <a:srgbClr val="167D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950976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167D9A"/>
                </a:solidFill>
              </a:defRPr>
            </a:pPr>
            <a:r>
              <a:t>Captured local DVWA requests and responses</a:t>
            </a:r>
          </a:p>
        </p:txBody>
      </p:sp>
      <p:pic>
        <p:nvPicPr>
          <p:cNvPr id="6" name="Picture 5" descr="Screenshot 2026-10-28 17252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759776"/>
            <a:ext cx="5394960" cy="3338446"/>
          </a:xfrm>
          <a:prstGeom prst="rect">
            <a:avLst/>
          </a:prstGeom>
        </p:spPr>
      </p:pic>
      <p:pic>
        <p:nvPicPr>
          <p:cNvPr id="7" name="Picture 6" descr="Screenshot 2026-10-28 17255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911404"/>
            <a:ext cx="5303520" cy="303519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22960" y="5623560"/>
            <a:ext cx="10607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2D3741"/>
                </a:solidFill>
              </a:defRPr>
            </a:pPr>
            <a:r>
              <a:t>HTTP history included 200 OK and 302 Found responses. Redact session cookies before sharing.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37960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46E78"/>
                </a:solidFill>
              </a:defRPr>
            </a:pPr>
            <a:r>
              <a:t>Prajapati Meet Ghanshyam | DG Interns Hub | Week 6 | 28 Oct 2026 •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12304A"/>
                </a:solidFill>
              </a:defRPr>
            </a:pPr>
            <a:r>
              <a:t>5. OWASP ZAP Automated Scan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41248"/>
            <a:ext cx="11155680" cy="54864"/>
          </a:xfrm>
          <a:prstGeom prst="rect">
            <a:avLst/>
          </a:prstGeom>
          <a:solidFill>
            <a:srgbClr val="167D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950976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167D9A"/>
                </a:solidFill>
              </a:defRPr>
            </a:pPr>
            <a:r>
              <a:t>Target: http://localhost:4280</a:t>
            </a:r>
          </a:p>
        </p:txBody>
      </p:sp>
      <p:pic>
        <p:nvPicPr>
          <p:cNvPr id="6" name="Picture 5" descr="Screenshot 2026-10-28 1738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59683"/>
            <a:ext cx="5394960" cy="3264312"/>
          </a:xfrm>
          <a:prstGeom prst="rect">
            <a:avLst/>
          </a:prstGeom>
        </p:spPr>
      </p:pic>
      <p:pic>
        <p:nvPicPr>
          <p:cNvPr id="7" name="Picture 6" descr="Screenshot 2026-10-28 17433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781061"/>
            <a:ext cx="5303520" cy="302155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22960" y="544068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D3741"/>
                </a:solidFill>
              </a:defRPr>
            </a:pPr>
            <a:r>
              <a:t>Scan completed with 87 alerts reported; 12 alert groups were visible. Validate each alert before calling it exploitable.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37960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46E78"/>
                </a:solidFill>
              </a:defRPr>
            </a:pPr>
            <a:r>
              <a:t>Prajapati Meet Ghanshyam | DG Interns Hub | Week 6 | 28 Oct 2026 •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500" b="1">
                <a:solidFill>
                  <a:srgbClr val="FFFFFF"/>
                </a:solidFill>
              </a:defRPr>
            </a:pPr>
            <a:r>
              <a:t>6. Findings, Mitigation &amp;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52120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FFFFFF"/>
                </a:solidFill>
              </a:defRPr>
            </a:pPr>
            <a:r>
              <a:t>OBSERVED\n• SQL Injection behaviour\n• Reflected XSS\n• Stored XSS\n• Burp HTTP traffic\n• ZAP scan completed\n\nMITIGATION\n• Prepared SQL statements\n• Context-aware output encoding\n• Secure headers and cookies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64592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CFE7EF"/>
                </a:solidFill>
              </a:defRPr>
            </a:pPr>
            <a:r>
              <a:t>KEY LEARNING\nScanner alerts are leads for investigation, not proof that every issue is exploitable. Validate evidence, remediate confirmed issues and retest.\n\nPrajapati Meet Ghanshyam\nDG Interns Hub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37960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46E78"/>
                </a:solidFill>
              </a:defRPr>
            </a:pPr>
            <a:r>
              <a:t>Prajapati Meet Ghanshyam | DG Interns Hub | Week 6 | 28 Oct 2026 • 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